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il Hong" userId="666ab113bdc94bba" providerId="LiveId" clId="{ADCC990A-FA4C-4501-A480-97AD5D2F5597}"/>
    <pc:docChg chg="undo custSel addSld delSld modSld">
      <pc:chgData name="Seil Hong" userId="666ab113bdc94bba" providerId="LiveId" clId="{ADCC990A-FA4C-4501-A480-97AD5D2F5597}" dt="2018-12-27T18:12:54.093" v="1019" actId="20577"/>
      <pc:docMkLst>
        <pc:docMk/>
      </pc:docMkLst>
      <pc:sldChg chg="addSp modSp setBg">
        <pc:chgData name="Seil Hong" userId="666ab113bdc94bba" providerId="LiveId" clId="{ADCC990A-FA4C-4501-A480-97AD5D2F5597}" dt="2018-12-27T15:59:49.733" v="123" actId="167"/>
        <pc:sldMkLst>
          <pc:docMk/>
          <pc:sldMk cId="1724777408" sldId="256"/>
        </pc:sldMkLst>
        <pc:spChg chg="add mod">
          <ac:chgData name="Seil Hong" userId="666ab113bdc94bba" providerId="LiveId" clId="{ADCC990A-FA4C-4501-A480-97AD5D2F5597}" dt="2018-12-27T15:59:09.319" v="118" actId="1076"/>
          <ac:spMkLst>
            <pc:docMk/>
            <pc:sldMk cId="1724777408" sldId="256"/>
            <ac:spMk id="6" creationId="{1A30B6F9-731E-4018-8CEF-A8C511FB4FAE}"/>
          </ac:spMkLst>
        </pc:spChg>
        <pc:picChg chg="add mod ord">
          <ac:chgData name="Seil Hong" userId="666ab113bdc94bba" providerId="LiveId" clId="{ADCC990A-FA4C-4501-A480-97AD5D2F5597}" dt="2018-12-27T15:59:49.733" v="123" actId="167"/>
          <ac:picMkLst>
            <pc:docMk/>
            <pc:sldMk cId="1724777408" sldId="256"/>
            <ac:picMk id="5" creationId="{BA5F5CB6-E9B7-4A45-8630-12AD56450F99}"/>
          </ac:picMkLst>
        </pc:picChg>
      </pc:sldChg>
      <pc:sldChg chg="modSp">
        <pc:chgData name="Seil Hong" userId="666ab113bdc94bba" providerId="LiveId" clId="{ADCC990A-FA4C-4501-A480-97AD5D2F5597}" dt="2018-12-27T16:46:16.072" v="593" actId="113"/>
        <pc:sldMkLst>
          <pc:docMk/>
          <pc:sldMk cId="4159904329" sldId="257"/>
        </pc:sldMkLst>
        <pc:spChg chg="mod">
          <ac:chgData name="Seil Hong" userId="666ab113bdc94bba" providerId="LiveId" clId="{ADCC990A-FA4C-4501-A480-97AD5D2F5597}" dt="2018-12-27T16:46:16.072" v="593" actId="113"/>
          <ac:spMkLst>
            <pc:docMk/>
            <pc:sldMk cId="4159904329" sldId="257"/>
            <ac:spMk id="2" creationId="{58AC0492-3675-4814-833F-37A3C1011910}"/>
          </ac:spMkLst>
        </pc:spChg>
      </pc:sldChg>
      <pc:sldChg chg="addSp delSp modSp add modAnim">
        <pc:chgData name="Seil Hong" userId="666ab113bdc94bba" providerId="LiveId" clId="{ADCC990A-FA4C-4501-A480-97AD5D2F5597}" dt="2018-12-27T16:46:21.403" v="594" actId="113"/>
        <pc:sldMkLst>
          <pc:docMk/>
          <pc:sldMk cId="1898983511" sldId="258"/>
        </pc:sldMkLst>
        <pc:spChg chg="mod">
          <ac:chgData name="Seil Hong" userId="666ab113bdc94bba" providerId="LiveId" clId="{ADCC990A-FA4C-4501-A480-97AD5D2F5597}" dt="2018-12-27T16:46:21.403" v="594" actId="113"/>
          <ac:spMkLst>
            <pc:docMk/>
            <pc:sldMk cId="1898983511" sldId="258"/>
            <ac:spMk id="2" creationId="{265763F0-06C7-4EA5-8963-62D8934F2FD8}"/>
          </ac:spMkLst>
        </pc:spChg>
        <pc:spChg chg="mod">
          <ac:chgData name="Seil Hong" userId="666ab113bdc94bba" providerId="LiveId" clId="{ADCC990A-FA4C-4501-A480-97AD5D2F5597}" dt="2018-12-27T16:41:35.143" v="355" actId="20577"/>
          <ac:spMkLst>
            <pc:docMk/>
            <pc:sldMk cId="1898983511" sldId="258"/>
            <ac:spMk id="3" creationId="{248A8D66-3DBC-49CE-B499-C6D8FBE2F408}"/>
          </ac:spMkLst>
        </pc:spChg>
        <pc:spChg chg="add mod">
          <ac:chgData name="Seil Hong" userId="666ab113bdc94bba" providerId="LiveId" clId="{ADCC990A-FA4C-4501-A480-97AD5D2F5597}" dt="2018-12-27T16:28:59.047" v="301" actId="14100"/>
          <ac:spMkLst>
            <pc:docMk/>
            <pc:sldMk cId="1898983511" sldId="258"/>
            <ac:spMk id="8" creationId="{31106D0C-E7DB-48FA-8CEA-9C86A7CBC876}"/>
          </ac:spMkLst>
        </pc:spChg>
        <pc:picChg chg="mod">
          <ac:chgData name="Seil Hong" userId="666ab113bdc94bba" providerId="LiveId" clId="{ADCC990A-FA4C-4501-A480-97AD5D2F5597}" dt="2018-12-27T16:06:15.679" v="193" actId="1076"/>
          <ac:picMkLst>
            <pc:docMk/>
            <pc:sldMk cId="1898983511" sldId="258"/>
            <ac:picMk id="5" creationId="{104093D4-46BD-402C-84EB-E83F482142A8}"/>
          </ac:picMkLst>
        </pc:picChg>
        <pc:picChg chg="add mod">
          <ac:chgData name="Seil Hong" userId="666ab113bdc94bba" providerId="LiveId" clId="{ADCC990A-FA4C-4501-A480-97AD5D2F5597}" dt="2018-12-27T16:28:50.463" v="299" actId="14100"/>
          <ac:picMkLst>
            <pc:docMk/>
            <pc:sldMk cId="1898983511" sldId="258"/>
            <ac:picMk id="7" creationId="{D23A4A4E-4C81-473B-927D-20121500C099}"/>
          </ac:picMkLst>
        </pc:picChg>
        <pc:picChg chg="del mod">
          <ac:chgData name="Seil Hong" userId="666ab113bdc94bba" providerId="LiveId" clId="{ADCC990A-FA4C-4501-A480-97AD5D2F5597}" dt="2018-12-27T16:27:29.213" v="290"/>
          <ac:picMkLst>
            <pc:docMk/>
            <pc:sldMk cId="1898983511" sldId="258"/>
            <ac:picMk id="10" creationId="{5D25B708-0135-4DA1-A95E-B6E826A52BB5}"/>
          </ac:picMkLst>
        </pc:picChg>
        <pc:picChg chg="del mod">
          <ac:chgData name="Seil Hong" userId="666ab113bdc94bba" providerId="LiveId" clId="{ADCC990A-FA4C-4501-A480-97AD5D2F5597}" dt="2018-12-27T16:29:18.787" v="302" actId="478"/>
          <ac:picMkLst>
            <pc:docMk/>
            <pc:sldMk cId="1898983511" sldId="258"/>
            <ac:picMk id="12" creationId="{2DE677B2-B07B-49B0-88AE-D9CB1155C0BF}"/>
          </ac:picMkLst>
        </pc:picChg>
        <pc:picChg chg="mod">
          <ac:chgData name="Seil Hong" userId="666ab113bdc94bba" providerId="LiveId" clId="{ADCC990A-FA4C-4501-A480-97AD5D2F5597}" dt="2018-12-27T16:41:48.138" v="357" actId="1076"/>
          <ac:picMkLst>
            <pc:docMk/>
            <pc:sldMk cId="1898983511" sldId="258"/>
            <ac:picMk id="14" creationId="{651444F9-729E-42B8-80EC-D8282A217738}"/>
          </ac:picMkLst>
        </pc:picChg>
        <pc:picChg chg="mod">
          <ac:chgData name="Seil Hong" userId="666ab113bdc94bba" providerId="LiveId" clId="{ADCC990A-FA4C-4501-A480-97AD5D2F5597}" dt="2018-12-27T16:41:44.295" v="356" actId="1076"/>
          <ac:picMkLst>
            <pc:docMk/>
            <pc:sldMk cId="1898983511" sldId="258"/>
            <ac:picMk id="16" creationId="{100A58DF-3B12-4FA0-B9C0-A5F0195EDAB0}"/>
          </ac:picMkLst>
        </pc:picChg>
      </pc:sldChg>
      <pc:sldChg chg="add del">
        <pc:chgData name="Seil Hong" userId="666ab113bdc94bba" providerId="LiveId" clId="{ADCC990A-FA4C-4501-A480-97AD5D2F5597}" dt="2018-12-27T16:42:36.361" v="363" actId="2696"/>
        <pc:sldMkLst>
          <pc:docMk/>
          <pc:sldMk cId="464340288" sldId="259"/>
        </pc:sldMkLst>
      </pc:sldChg>
      <pc:sldChg chg="delSp modSp add">
        <pc:chgData name="Seil Hong" userId="666ab113bdc94bba" providerId="LiveId" clId="{ADCC990A-FA4C-4501-A480-97AD5D2F5597}" dt="2018-12-27T18:10:16.175" v="1016" actId="1076"/>
        <pc:sldMkLst>
          <pc:docMk/>
          <pc:sldMk cId="3113533091" sldId="259"/>
        </pc:sldMkLst>
        <pc:spChg chg="mod">
          <ac:chgData name="Seil Hong" userId="666ab113bdc94bba" providerId="LiveId" clId="{ADCC990A-FA4C-4501-A480-97AD5D2F5597}" dt="2018-12-27T16:46:09.593" v="592" actId="113"/>
          <ac:spMkLst>
            <pc:docMk/>
            <pc:sldMk cId="3113533091" sldId="259"/>
            <ac:spMk id="2" creationId="{4A857A4C-62BE-45EB-A6CC-097FAF41F848}"/>
          </ac:spMkLst>
        </pc:spChg>
        <pc:spChg chg="mod">
          <ac:chgData name="Seil Hong" userId="666ab113bdc94bba" providerId="LiveId" clId="{ADCC990A-FA4C-4501-A480-97AD5D2F5597}" dt="2018-12-27T16:45:52.635" v="590" actId="20577"/>
          <ac:spMkLst>
            <pc:docMk/>
            <pc:sldMk cId="3113533091" sldId="259"/>
            <ac:spMk id="3" creationId="{9AC0A87F-398B-4CD7-BDD8-407D505A23EE}"/>
          </ac:spMkLst>
        </pc:spChg>
        <pc:picChg chg="del mod">
          <ac:chgData name="Seil Hong" userId="666ab113bdc94bba" providerId="LiveId" clId="{ADCC990A-FA4C-4501-A480-97AD5D2F5597}" dt="2018-12-27T16:44:53.014" v="572" actId="478"/>
          <ac:picMkLst>
            <pc:docMk/>
            <pc:sldMk cId="3113533091" sldId="259"/>
            <ac:picMk id="5" creationId="{52E2702D-D686-467E-9C6F-DEE2335DEDF5}"/>
          </ac:picMkLst>
        </pc:picChg>
        <pc:picChg chg="del mod">
          <ac:chgData name="Seil Hong" userId="666ab113bdc94bba" providerId="LiveId" clId="{ADCC990A-FA4C-4501-A480-97AD5D2F5597}" dt="2018-12-27T18:09:52.755" v="1003" actId="478"/>
          <ac:picMkLst>
            <pc:docMk/>
            <pc:sldMk cId="3113533091" sldId="259"/>
            <ac:picMk id="7" creationId="{ACF4CA6B-24DC-4496-8FE6-00E8C3F7E189}"/>
          </ac:picMkLst>
        </pc:picChg>
        <pc:picChg chg="del mod ord">
          <ac:chgData name="Seil Hong" userId="666ab113bdc94bba" providerId="LiveId" clId="{ADCC990A-FA4C-4501-A480-97AD5D2F5597}" dt="2018-12-27T18:10:09.699" v="1015" actId="478"/>
          <ac:picMkLst>
            <pc:docMk/>
            <pc:sldMk cId="3113533091" sldId="259"/>
            <ac:picMk id="9" creationId="{E5D1D6D9-C741-461B-87AA-7332436AD7BC}"/>
          </ac:picMkLst>
        </pc:picChg>
        <pc:picChg chg="mod ord">
          <ac:chgData name="Seil Hong" userId="666ab113bdc94bba" providerId="LiveId" clId="{ADCC990A-FA4C-4501-A480-97AD5D2F5597}" dt="2018-12-27T18:10:16.175" v="1016" actId="1076"/>
          <ac:picMkLst>
            <pc:docMk/>
            <pc:sldMk cId="3113533091" sldId="259"/>
            <ac:picMk id="11" creationId="{0081E930-37D9-427E-8989-B660D275C5B8}"/>
          </ac:picMkLst>
        </pc:picChg>
      </pc:sldChg>
      <pc:sldChg chg="delSp modSp add">
        <pc:chgData name="Seil Hong" userId="666ab113bdc94bba" providerId="LiveId" clId="{ADCC990A-FA4C-4501-A480-97AD5D2F5597}" dt="2018-12-27T18:12:54.093" v="1019" actId="20577"/>
        <pc:sldMkLst>
          <pc:docMk/>
          <pc:sldMk cId="2026043307" sldId="260"/>
        </pc:sldMkLst>
        <pc:spChg chg="mod">
          <ac:chgData name="Seil Hong" userId="666ab113bdc94bba" providerId="LiveId" clId="{ADCC990A-FA4C-4501-A480-97AD5D2F5597}" dt="2018-12-27T18:00:35.013" v="990" actId="20577"/>
          <ac:spMkLst>
            <pc:docMk/>
            <pc:sldMk cId="2026043307" sldId="260"/>
            <ac:spMk id="2" creationId="{DBC73EA4-BCD8-4B04-9E3C-AABC726F0001}"/>
          </ac:spMkLst>
        </pc:spChg>
        <pc:spChg chg="mod">
          <ac:chgData name="Seil Hong" userId="666ab113bdc94bba" providerId="LiveId" clId="{ADCC990A-FA4C-4501-A480-97AD5D2F5597}" dt="2018-12-27T18:12:54.093" v="1019" actId="20577"/>
          <ac:spMkLst>
            <pc:docMk/>
            <pc:sldMk cId="2026043307" sldId="260"/>
            <ac:spMk id="3" creationId="{89F3E2F0-2CA3-4499-83D8-06C102EC945B}"/>
          </ac:spMkLst>
        </pc:spChg>
        <pc:picChg chg="del mod">
          <ac:chgData name="Seil Hong" userId="666ab113bdc94bba" providerId="LiveId" clId="{ADCC990A-FA4C-4501-A480-97AD5D2F5597}" dt="2018-12-27T17:42:17.108" v="757"/>
          <ac:picMkLst>
            <pc:docMk/>
            <pc:sldMk cId="2026043307" sldId="260"/>
            <ac:picMk id="5" creationId="{2800162C-3C65-4C10-8B5C-3E2C8489FAD7}"/>
          </ac:picMkLst>
        </pc:picChg>
        <pc:picChg chg="del mod">
          <ac:chgData name="Seil Hong" userId="666ab113bdc94bba" providerId="LiveId" clId="{ADCC990A-FA4C-4501-A480-97AD5D2F5597}" dt="2018-12-27T17:44:25.602" v="779" actId="478"/>
          <ac:picMkLst>
            <pc:docMk/>
            <pc:sldMk cId="2026043307" sldId="260"/>
            <ac:picMk id="7" creationId="{38ED55A9-BBC5-4425-9835-D56F7C5C8D7F}"/>
          </ac:picMkLst>
        </pc:picChg>
        <pc:picChg chg="del mod ord">
          <ac:chgData name="Seil Hong" userId="666ab113bdc94bba" providerId="LiveId" clId="{ADCC990A-FA4C-4501-A480-97AD5D2F5597}" dt="2018-12-27T17:44:41.068" v="791" actId="478"/>
          <ac:picMkLst>
            <pc:docMk/>
            <pc:sldMk cId="2026043307" sldId="260"/>
            <ac:picMk id="9" creationId="{F066BE1E-3DD3-47C5-960F-418ADB2869AA}"/>
          </ac:picMkLst>
        </pc:picChg>
        <pc:picChg chg="mod ord">
          <ac:chgData name="Seil Hong" userId="666ab113bdc94bba" providerId="LiveId" clId="{ADCC990A-FA4C-4501-A480-97AD5D2F5597}" dt="2018-12-27T17:45:22.671" v="814" actId="1076"/>
          <ac:picMkLst>
            <pc:docMk/>
            <pc:sldMk cId="2026043307" sldId="260"/>
            <ac:picMk id="11" creationId="{9CF009F4-0211-40DC-B770-4661911978BA}"/>
          </ac:picMkLst>
        </pc:picChg>
        <pc:picChg chg="mod">
          <ac:chgData name="Seil Hong" userId="666ab113bdc94bba" providerId="LiveId" clId="{ADCC990A-FA4C-4501-A480-97AD5D2F5597}" dt="2018-12-27T17:51:59.967" v="987" actId="1076"/>
          <ac:picMkLst>
            <pc:docMk/>
            <pc:sldMk cId="2026043307" sldId="260"/>
            <ac:picMk id="13" creationId="{BBF90DD6-01E6-4325-85C6-2763DDFADAD6}"/>
          </ac:picMkLst>
        </pc:picChg>
      </pc:sldChg>
      <pc:sldChg chg="add del">
        <pc:chgData name="Seil Hong" userId="666ab113bdc94bba" providerId="LiveId" clId="{ADCC990A-FA4C-4501-A480-97AD5D2F5597}" dt="2018-12-27T16:42:33.621" v="362" actId="2696"/>
        <pc:sldMkLst>
          <pc:docMk/>
          <pc:sldMk cId="3000408734" sldId="260"/>
        </pc:sldMkLst>
      </pc:sldChg>
      <pc:sldChg chg="add del">
        <pc:chgData name="Seil Hong" userId="666ab113bdc94bba" providerId="LiveId" clId="{ADCC990A-FA4C-4501-A480-97AD5D2F5597}" dt="2018-12-27T16:42:31.195" v="361" actId="2696"/>
        <pc:sldMkLst>
          <pc:docMk/>
          <pc:sldMk cId="995171314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06E882-D9FF-4074-A502-16CB3A70C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2E50B49-6CC3-4CCA-9651-77E172CA0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818760-7571-4C8D-AFCC-C4D785F23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171A54-F3CE-40D5-A3DC-53AEBDC1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69F367-43C7-41E3-9CE7-C320C871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342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E5E9FD-582A-4677-9ACA-8FAEF14D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9C3876-9D01-4C2B-8C5F-D8F9D89FD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E2D7F7-D01E-484D-B105-AA3D210B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F271FD-68B4-413F-816E-9EB5DE0A4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F6490-E41A-4CC3-BA29-8AB2911F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15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C9C381-718E-44FE-B9AC-85ED417B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DC2CE1-4B25-4709-9209-3041654AD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50B78C-4FF8-485C-A413-EB14F035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9863D7-2D6B-4594-B510-448789CE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00F4E7-50C2-460B-AF9E-3E268B3C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765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3370A-E144-40B1-B1A1-C0A84FC3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6519AD-73CD-45CC-B9D1-EF14B5F51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4CD56E-2F7F-448D-9CFD-4FCBF1ACB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5AAA92-6E65-424D-999C-59BB42FA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EFDE683-37A0-423A-8C76-90EAC723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5FB490-6E53-4792-9DD7-95C72E4CB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954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B3922-CF20-48CD-8E30-54D58234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4FDE17-9BDD-4BDF-9E0E-2603F6B0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A02DA7-C490-432C-9FA6-7C5CCB24D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BADDBD-C63C-4873-A7B0-C639E6B71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75E72E3-F9CC-4516-AC07-0596EC306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809E419-8DC6-4C24-B60A-7D13AE67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C16237-0EA5-4BB5-9200-A6A24FAF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6ACAD31-3697-4AE4-97F7-68BF38EB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651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BF33C5-A103-424C-9931-31B0C919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B770ACD-CC68-4F9F-A706-B98865A33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0F81E2-C8AB-4639-8766-AEAD7DF1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E68172-274C-43E2-BA0E-1DAC889F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889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4FBA55-6A19-4FC0-9928-B08F896CD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D5C7380-4E49-4CC0-9AFE-697B67C5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F428EA-12D6-46C1-9995-44F211B0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896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40AC71-6EA1-4E36-9B73-D10DEF3E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7C940A-546A-466C-B0F6-E2FB66902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1B8EEA-5F89-4676-A536-69C42E107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7DD16A-BA9E-4DCE-81E1-5D60A76C9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B5C923-0381-4271-808E-78E53D6D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E98BE8-6171-49A9-AD09-4AB9CD6A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594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4B4AFD-4A9E-472D-86B3-6AC6AA8F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AE1B2D-4C87-46CC-9021-F73D301D4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BF5194-CCE1-41A7-984D-6C0C9BD40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7A0DD3-0035-42B8-82EB-28A4A6A07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D547F8-F706-47AA-A158-9C7776CC8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ECB9EA-EE6D-459B-91DB-040CD9B0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933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B7A0F9-197A-49D0-B6C7-DCD46803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534EB2-E249-4ABB-B49B-8882CB1F3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9C14AC-D109-4ACD-A30A-8F5467A67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C52F58-DB02-443A-9B9D-12EC16E5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3BBC25-ECCF-4DD9-BDCF-EFA97D4E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226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7B3BCD0-778D-414B-A993-0B8CA904F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EB33A0-8DB7-499C-9519-FB30D8C51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C4A6DC-71DE-4157-8211-EB7FBD53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0A64C7-70DA-49AB-B469-7CBD12C8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334873-5227-4604-953E-0138CDD2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8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A50E38B-5251-41DC-9208-87CFD116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ECD5F5-21D9-462B-8CED-05DACC17F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AAD0EF-7D99-41D3-A62A-69EE2F34B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728D4-5B24-4ABC-8390-537802C95277}" type="datetimeFigureOut">
              <a:rPr lang="de-DE" smtClean="0"/>
              <a:t>27.12.2018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F262B2-53D9-4252-BDAE-AC0F2190C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ED7794-FEBC-4B36-B0E5-786024953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484A0-F534-4E1E-94F4-F5D13C1329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00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A5F5CB6-E9B7-4A45-8630-12AD56450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7" y="327026"/>
            <a:ext cx="11249025" cy="21526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AA2DD4-7D1F-4856-83BA-634BFED33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Proseminar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3A8CD1-0C1A-4834-8E62-A9537FF1C4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8 . Die Axiome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1A30B6F9-731E-4018-8CEF-A8C511FB4FAE}"/>
              </a:ext>
            </a:extLst>
          </p:cNvPr>
          <p:cNvSpPr txBox="1">
            <a:spLocks/>
          </p:cNvSpPr>
          <p:nvPr/>
        </p:nvSpPr>
        <p:spPr>
          <a:xfrm>
            <a:off x="7705725" y="5257800"/>
            <a:ext cx="4014787" cy="1017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108016263063</a:t>
            </a:r>
          </a:p>
          <a:p>
            <a:r>
              <a:rPr lang="de-DE" dirty="0" err="1"/>
              <a:t>Hong,Seil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4777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C0492-3675-4814-833F-37A3C101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Index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EA2D20-06F3-4D91-8878-D744BBEB3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Axiom(Potenzmenge)</a:t>
            </a:r>
          </a:p>
          <a:p>
            <a:endParaRPr lang="de-DE" dirty="0"/>
          </a:p>
          <a:p>
            <a:r>
              <a:rPr lang="de-DE" dirty="0"/>
              <a:t>Axiom(Ersetzung)</a:t>
            </a:r>
          </a:p>
          <a:p>
            <a:endParaRPr lang="de-DE" dirty="0"/>
          </a:p>
          <a:p>
            <a:r>
              <a:rPr lang="de-DE" dirty="0"/>
              <a:t>Axiom(Fundierung)</a:t>
            </a:r>
          </a:p>
          <a:p>
            <a:endParaRPr lang="de-DE" dirty="0"/>
          </a:p>
          <a:p>
            <a:r>
              <a:rPr lang="de-DE" dirty="0"/>
              <a:t>Axiom(Unendlichkeit)</a:t>
            </a:r>
          </a:p>
          <a:p>
            <a:endParaRPr lang="de-DE" dirty="0"/>
          </a:p>
          <a:p>
            <a:r>
              <a:rPr lang="de-DE" dirty="0"/>
              <a:t>Axiom(Auswahl)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990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763F0-06C7-4EA5-8963-62D8934F2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Axiom(Potenzmenge)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8A8D66-3DBC-49CE-B499-C6D8FBE2F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 </a:t>
            </a:r>
          </a:p>
          <a:p>
            <a:endParaRPr lang="de-DE" dirty="0"/>
          </a:p>
          <a:p>
            <a:r>
              <a:rPr lang="de-DE" dirty="0"/>
              <a:t> </a:t>
            </a:r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4093D4-46BD-402C-84EB-E83F482142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876" y="1901826"/>
            <a:ext cx="3025067" cy="31786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23A4A4E-4C81-473B-927D-20121500C0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29419"/>
            <a:ext cx="3862387" cy="3209131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1106D0C-E7DB-48FA-8CEA-9C86A7CBC876}"/>
              </a:ext>
            </a:extLst>
          </p:cNvPr>
          <p:cNvSpPr txBox="1">
            <a:spLocks/>
          </p:cNvSpPr>
          <p:nvPr/>
        </p:nvSpPr>
        <p:spPr>
          <a:xfrm>
            <a:off x="8160543" y="3921919"/>
            <a:ext cx="3695699" cy="478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Hasse-Diagramm(aus Wiki)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51444F9-729E-42B8-80EC-D8282A21773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605" y="2963404"/>
            <a:ext cx="6604190" cy="25447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00A58DF-3B12-4FA0-B9C0-A5F0195EDAB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605" y="3961592"/>
            <a:ext cx="2474667" cy="35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8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73EA4-BCD8-4B04-9E3C-AABC726F0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F3E2F0-2CA3-4499-83D8-06C102EC9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Sei die Menge A = {</a:t>
            </a:r>
            <a:r>
              <a:rPr lang="de-DE" dirty="0" err="1"/>
              <a:t>a,b</a:t>
            </a:r>
            <a:r>
              <a:rPr lang="de-DE"/>
              <a:t>} gegeben.</a:t>
            </a:r>
            <a:endParaRPr lang="de-DE" dirty="0"/>
          </a:p>
          <a:p>
            <a:endParaRPr lang="de-DE" dirty="0"/>
          </a:p>
          <a:p>
            <a:r>
              <a:rPr lang="de-DE" dirty="0"/>
              <a:t> </a:t>
            </a:r>
          </a:p>
          <a:p>
            <a:endParaRPr lang="de-DE" dirty="0"/>
          </a:p>
          <a:p>
            <a:r>
              <a:rPr lang="de-DE" dirty="0"/>
              <a:t> Potenzmenge von A ist Menge aller Teilmenge von A.</a:t>
            </a:r>
          </a:p>
          <a:p>
            <a:pPr marL="0" indent="0">
              <a:buNone/>
            </a:pPr>
            <a:r>
              <a:rPr lang="de-DE" dirty="0"/>
              <a:t>   </a:t>
            </a:r>
            <a:r>
              <a:rPr lang="de-DE" dirty="0" err="1"/>
              <a:t>d.h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CF009F4-0211-40DC-B770-4661911978B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75" y="2920999"/>
            <a:ext cx="6942168" cy="33655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BF90DD6-01E6-4325-85C6-2763DDFADAD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4450198"/>
            <a:ext cx="5828267" cy="36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4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57A4C-62BE-45EB-A6CC-097FAF41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Lemma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0A87F-398B-4CD7-BDD8-407D505A2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Aus den Axiomen von ZFC folgt für alle a und b die Existenz des direkten Produktes</a:t>
            </a:r>
          </a:p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081E930-37D9-427E-8989-B660D275C5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127" y="4001294"/>
            <a:ext cx="5882310" cy="4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330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063.367"/>
  <p:tag name="LATEXADDIN" val="\documentclass{article}&#10;\usepackage{amsmath}&#10;\pagestyle{empty}&#10;\begin{document}&#10;&#10;$\forall$y$\exists$x$\forall$z z$\in$x $\leftrightarrow$ z$\subset$y\\&#10;&#10;&#10;\end{document}"/>
  <p:tag name="IGUANATEXSIZE" val="28"/>
  <p:tag name="IGUANATEXCURSOR" val="151"/>
  <p:tag name="TRANSPARENCY" val="Wahr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250.094"/>
  <p:tag name="LATEXADDIN" val="\documentclass{article}&#10;\usepackage{amsmath}&#10;\usepackage{amsfonts}&#10;\pagestyle{empty}&#10;\begin{document}&#10;&#10;Die Potenzmenge $\mathfrak{B}$(y) ist die Menge aller Teilmenge von y.\\&#10;&#10;&#10;&#10;\end{document}"/>
  <p:tag name="IGUANATEXSIZE" val="20"/>
  <p:tag name="IGUANATEXCURSOR" val="176"/>
  <p:tag name="TRANSPARENCY" val="Wahr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869.8912"/>
  <p:tag name="LATEXADDIN" val="\documentclass{article}&#10;\usepackage{amsmath}&#10;\usepackage{amsfonts}&#10;\pagestyle{empty}&#10;\begin{document}&#10;&#10;$\mathfrak{B}$(y) = $\lbrace$z$\mid$z$\subset$y$\rbrace$\\&#10;&#10;&#10;\end{document}"/>
  <p:tag name="IGUANATEXSIZE" val="28"/>
  <p:tag name="IGUANATEXCURSOR" val="102"/>
  <p:tag name="TRANSPARENCY" val="Wahr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2690.664"/>
  <p:tag name="LATEXADDIN" val="\documentclass{article}&#10;\usepackage{amsmath}&#10;\pagestyle{empty}&#10;\begin{document}&#10;&#10;Teilmengen von A sind $\emptyset$ ,$\lbrace$ a $\rbrace$ , $\lbrace$ b $\rbrace$ , $\lbrace$ a , b $\rbrace$.&#10;&#10;&#10;\end{document}"/>
  <p:tag name="IGUANATEXSIZE" val="20"/>
  <p:tag name="IGUANATEXCURSOR" val="178"/>
  <p:tag name="TRANSPARENCY" val="Wahr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2048.744"/>
  <p:tag name="LATEXADDIN" val="\documentclass{article}&#10;\usepackage{amsmath}&#10;\usepackage{amsfonts}&#10;\pagestyle{empty}&#10;\begin{document}&#10;&#10;$\mathfrak{B}$(A) = $\lbrace$ $\emptyset$ , $\lbrace$ a $\rbrace$ , $\lbrace$ b $\rbrace$, $\lbrace$ a , b $\rbrace$ $\rbrace$\\&#10;&#10;&#10;\end{document}"/>
  <p:tag name="IGUANATEXSIZE" val="28"/>
  <p:tag name="IGUANATEXCURSOR" val="65"/>
  <p:tag name="TRANSPARENCY" val="Wahr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784.777"/>
  <p:tag name="LATEXADDIN" val="\documentclass{article}&#10;\usepackage{amsmath}&#10;\pagestyle{empty}&#10;\begin{document}&#10;&#10;a $\times$ b = $\lbrace$(x,y) $\mid$ x $\in$ a $\land$ y  $\in$ b $\rbrace$\\&#10;&#10;&#10;\end{document}"/>
  <p:tag name="IGUANATEXSIZE" val="20"/>
  <p:tag name="IGUANATEXCURSOR" val="138"/>
  <p:tag name="TRANSPARENCY" val="Wahr"/>
  <p:tag name="FILENAME" val="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Breitbild</PresentationFormat>
  <Paragraphs>32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Proseminar</vt:lpstr>
      <vt:lpstr>Index</vt:lpstr>
      <vt:lpstr>Axiom(Potenzmenge)</vt:lpstr>
      <vt:lpstr>Beispiel</vt:lpstr>
      <vt:lpstr>Lemma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Proseminar</dc:title>
  <dc:creator>sel2015103@gmail.com</dc:creator>
  <cp:lastModifiedBy>Seil Hong</cp:lastModifiedBy>
  <cp:revision>6</cp:revision>
  <dcterms:created xsi:type="dcterms:W3CDTF">2018-12-27T15:44:46Z</dcterms:created>
  <dcterms:modified xsi:type="dcterms:W3CDTF">2018-12-27T18:12:57Z</dcterms:modified>
</cp:coreProperties>
</file>